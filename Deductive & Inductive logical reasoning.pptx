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  <p:sldMasterId id="2147483672" r:id="rId3"/>
    <p:sldMasterId id="2147483660" r:id="rId4"/>
  </p:sldMasterIdLst>
  <p:handoutMasterIdLst>
    <p:handoutMasterId r:id="rId20"/>
  </p:handoutMasterIdLst>
  <p:sldIdLst>
    <p:sldId id="502" r:id="rId5"/>
    <p:sldId id="554" r:id="rId6"/>
    <p:sldId id="510" r:id="rId7"/>
    <p:sldId id="555" r:id="rId8"/>
    <p:sldId id="556" r:id="rId9"/>
    <p:sldId id="557" r:id="rId10"/>
    <p:sldId id="563" r:id="rId11"/>
    <p:sldId id="562" r:id="rId12"/>
    <p:sldId id="564" r:id="rId13"/>
    <p:sldId id="561" r:id="rId14"/>
    <p:sldId id="565" r:id="rId15"/>
    <p:sldId id="566" r:id="rId16"/>
    <p:sldId id="568" r:id="rId17"/>
    <p:sldId id="569" r:id="rId18"/>
    <p:sldId id="567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5" autoAdjust="0"/>
    <p:restoredTop sz="94609"/>
  </p:normalViewPr>
  <p:slideViewPr>
    <p:cSldViewPr>
      <p:cViewPr varScale="1">
        <p:scale>
          <a:sx n="80" d="100"/>
          <a:sy n="80" d="100"/>
        </p:scale>
        <p:origin x="141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9" d="100"/>
        <a:sy n="59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-2070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2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4FF8FC-8473-4DFD-87CC-D576DA80B410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22161-F0FA-48FB-AB7F-FA9B9B1E1F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213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reeform 7"/>
          <p:cNvSpPr>
            <a:spLocks/>
          </p:cNvSpPr>
          <p:nvPr userDrawn="1"/>
        </p:nvSpPr>
        <p:spPr bwMode="auto">
          <a:xfrm>
            <a:off x="-38098" y="1"/>
            <a:ext cx="9182100" cy="6883400"/>
          </a:xfrm>
          <a:custGeom>
            <a:avLst/>
            <a:gdLst/>
            <a:ahLst/>
            <a:cxnLst>
              <a:cxn ang="0">
                <a:pos x="17280" y="12123"/>
              </a:cxn>
              <a:cxn ang="0">
                <a:pos x="0" y="12132"/>
              </a:cxn>
              <a:cxn ang="0">
                <a:pos x="2" y="4163"/>
              </a:cxn>
              <a:cxn ang="0">
                <a:pos x="262" y="3633"/>
              </a:cxn>
              <a:cxn ang="0">
                <a:pos x="567" y="3147"/>
              </a:cxn>
              <a:cxn ang="0">
                <a:pos x="912" y="2704"/>
              </a:cxn>
              <a:cxn ang="0">
                <a:pos x="1295" y="2299"/>
              </a:cxn>
              <a:cxn ang="0">
                <a:pos x="1714" y="1931"/>
              </a:cxn>
              <a:cxn ang="0">
                <a:pos x="2166" y="1602"/>
              </a:cxn>
              <a:cxn ang="0">
                <a:pos x="2649" y="1308"/>
              </a:cxn>
              <a:cxn ang="0">
                <a:pos x="3160" y="1048"/>
              </a:cxn>
              <a:cxn ang="0">
                <a:pos x="3696" y="820"/>
              </a:cxn>
              <a:cxn ang="0">
                <a:pos x="4255" y="623"/>
              </a:cxn>
              <a:cxn ang="0">
                <a:pos x="4835" y="457"/>
              </a:cxn>
              <a:cxn ang="0">
                <a:pos x="5433" y="319"/>
              </a:cxn>
              <a:cxn ang="0">
                <a:pos x="6047" y="207"/>
              </a:cxn>
              <a:cxn ang="0">
                <a:pos x="6673" y="121"/>
              </a:cxn>
              <a:cxn ang="0">
                <a:pos x="7311" y="59"/>
              </a:cxn>
              <a:cxn ang="0">
                <a:pos x="7955" y="19"/>
              </a:cxn>
              <a:cxn ang="0">
                <a:pos x="8605" y="0"/>
              </a:cxn>
              <a:cxn ang="0">
                <a:pos x="9259" y="1"/>
              </a:cxn>
              <a:cxn ang="0">
                <a:pos x="9911" y="20"/>
              </a:cxn>
              <a:cxn ang="0">
                <a:pos x="10562" y="55"/>
              </a:cxn>
              <a:cxn ang="0">
                <a:pos x="11209" y="107"/>
              </a:cxn>
              <a:cxn ang="0">
                <a:pos x="11848" y="172"/>
              </a:cxn>
              <a:cxn ang="0">
                <a:pos x="12477" y="250"/>
              </a:cxn>
              <a:cxn ang="0">
                <a:pos x="13094" y="338"/>
              </a:cxn>
              <a:cxn ang="0">
                <a:pos x="13695" y="435"/>
              </a:cxn>
              <a:cxn ang="0">
                <a:pos x="14280" y="542"/>
              </a:cxn>
              <a:cxn ang="0">
                <a:pos x="14845" y="655"/>
              </a:cxn>
              <a:cxn ang="0">
                <a:pos x="15387" y="772"/>
              </a:cxn>
              <a:cxn ang="0">
                <a:pos x="15904" y="894"/>
              </a:cxn>
              <a:cxn ang="0">
                <a:pos x="16393" y="1019"/>
              </a:cxn>
              <a:cxn ang="0">
                <a:pos x="16853" y="1144"/>
              </a:cxn>
              <a:cxn ang="0">
                <a:pos x="17280" y="1268"/>
              </a:cxn>
              <a:cxn ang="0">
                <a:pos x="17280" y="1980"/>
              </a:cxn>
              <a:cxn ang="0">
                <a:pos x="17280" y="2678"/>
              </a:cxn>
              <a:cxn ang="0">
                <a:pos x="17280" y="3364"/>
              </a:cxn>
              <a:cxn ang="0">
                <a:pos x="17280" y="4043"/>
              </a:cxn>
              <a:cxn ang="0">
                <a:pos x="17280" y="4712"/>
              </a:cxn>
              <a:cxn ang="0">
                <a:pos x="17280" y="5377"/>
              </a:cxn>
              <a:cxn ang="0">
                <a:pos x="17280" y="6038"/>
              </a:cxn>
              <a:cxn ang="0">
                <a:pos x="17280" y="6696"/>
              </a:cxn>
              <a:cxn ang="0">
                <a:pos x="17280" y="7355"/>
              </a:cxn>
              <a:cxn ang="0">
                <a:pos x="17280" y="8015"/>
              </a:cxn>
              <a:cxn ang="0">
                <a:pos x="17280" y="8680"/>
              </a:cxn>
              <a:cxn ang="0">
                <a:pos x="17280" y="9350"/>
              </a:cxn>
              <a:cxn ang="0">
                <a:pos x="17280" y="10027"/>
              </a:cxn>
              <a:cxn ang="0">
                <a:pos x="17280" y="10714"/>
              </a:cxn>
              <a:cxn ang="0">
                <a:pos x="17280" y="11413"/>
              </a:cxn>
              <a:cxn ang="0">
                <a:pos x="17280" y="12123"/>
              </a:cxn>
            </a:cxnLst>
            <a:rect l="0" t="0" r="r" b="b"/>
            <a:pathLst>
              <a:path w="17280" h="12132">
                <a:moveTo>
                  <a:pt x="17280" y="12123"/>
                </a:moveTo>
                <a:lnTo>
                  <a:pt x="0" y="12132"/>
                </a:lnTo>
                <a:lnTo>
                  <a:pt x="2" y="4163"/>
                </a:lnTo>
                <a:lnTo>
                  <a:pt x="262" y="3633"/>
                </a:lnTo>
                <a:lnTo>
                  <a:pt x="567" y="3147"/>
                </a:lnTo>
                <a:lnTo>
                  <a:pt x="912" y="2704"/>
                </a:lnTo>
                <a:lnTo>
                  <a:pt x="1295" y="2299"/>
                </a:lnTo>
                <a:lnTo>
                  <a:pt x="1714" y="1931"/>
                </a:lnTo>
                <a:lnTo>
                  <a:pt x="2166" y="1602"/>
                </a:lnTo>
                <a:lnTo>
                  <a:pt x="2649" y="1308"/>
                </a:lnTo>
                <a:lnTo>
                  <a:pt x="3160" y="1048"/>
                </a:lnTo>
                <a:lnTo>
                  <a:pt x="3696" y="820"/>
                </a:lnTo>
                <a:lnTo>
                  <a:pt x="4255" y="623"/>
                </a:lnTo>
                <a:lnTo>
                  <a:pt x="4835" y="457"/>
                </a:lnTo>
                <a:lnTo>
                  <a:pt x="5433" y="319"/>
                </a:lnTo>
                <a:lnTo>
                  <a:pt x="6047" y="207"/>
                </a:lnTo>
                <a:lnTo>
                  <a:pt x="6673" y="121"/>
                </a:lnTo>
                <a:lnTo>
                  <a:pt x="7311" y="59"/>
                </a:lnTo>
                <a:lnTo>
                  <a:pt x="7955" y="19"/>
                </a:lnTo>
                <a:lnTo>
                  <a:pt x="8605" y="0"/>
                </a:lnTo>
                <a:lnTo>
                  <a:pt x="9259" y="1"/>
                </a:lnTo>
                <a:lnTo>
                  <a:pt x="9911" y="20"/>
                </a:lnTo>
                <a:lnTo>
                  <a:pt x="10562" y="55"/>
                </a:lnTo>
                <a:lnTo>
                  <a:pt x="11209" y="107"/>
                </a:lnTo>
                <a:lnTo>
                  <a:pt x="11848" y="172"/>
                </a:lnTo>
                <a:lnTo>
                  <a:pt x="12477" y="250"/>
                </a:lnTo>
                <a:lnTo>
                  <a:pt x="13094" y="338"/>
                </a:lnTo>
                <a:lnTo>
                  <a:pt x="13695" y="435"/>
                </a:lnTo>
                <a:lnTo>
                  <a:pt x="14280" y="542"/>
                </a:lnTo>
                <a:lnTo>
                  <a:pt x="14845" y="655"/>
                </a:lnTo>
                <a:lnTo>
                  <a:pt x="15387" y="772"/>
                </a:lnTo>
                <a:lnTo>
                  <a:pt x="15904" y="894"/>
                </a:lnTo>
                <a:lnTo>
                  <a:pt x="16393" y="1019"/>
                </a:lnTo>
                <a:lnTo>
                  <a:pt x="16853" y="1144"/>
                </a:lnTo>
                <a:lnTo>
                  <a:pt x="17280" y="1268"/>
                </a:lnTo>
                <a:lnTo>
                  <a:pt x="17280" y="1980"/>
                </a:lnTo>
                <a:lnTo>
                  <a:pt x="17280" y="2678"/>
                </a:lnTo>
                <a:lnTo>
                  <a:pt x="17280" y="3364"/>
                </a:lnTo>
                <a:lnTo>
                  <a:pt x="17280" y="4043"/>
                </a:lnTo>
                <a:lnTo>
                  <a:pt x="17280" y="4712"/>
                </a:lnTo>
                <a:lnTo>
                  <a:pt x="17280" y="5377"/>
                </a:lnTo>
                <a:lnTo>
                  <a:pt x="17280" y="6038"/>
                </a:lnTo>
                <a:lnTo>
                  <a:pt x="17280" y="6696"/>
                </a:lnTo>
                <a:lnTo>
                  <a:pt x="17280" y="7355"/>
                </a:lnTo>
                <a:lnTo>
                  <a:pt x="17280" y="8015"/>
                </a:lnTo>
                <a:lnTo>
                  <a:pt x="17280" y="8680"/>
                </a:lnTo>
                <a:lnTo>
                  <a:pt x="17280" y="9350"/>
                </a:lnTo>
                <a:lnTo>
                  <a:pt x="17280" y="10027"/>
                </a:lnTo>
                <a:lnTo>
                  <a:pt x="17280" y="10714"/>
                </a:lnTo>
                <a:lnTo>
                  <a:pt x="17280" y="11413"/>
                </a:lnTo>
                <a:lnTo>
                  <a:pt x="17280" y="12123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38200" y="2438402"/>
            <a:ext cx="7772400" cy="646331"/>
          </a:xfrm>
        </p:spPr>
        <p:txBody>
          <a:bodyPr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latin typeface="Bad" pitchFamily="2" charset="0"/>
              </a:defRPr>
            </a:lvl1pPr>
          </a:lstStyle>
          <a:p>
            <a:r>
              <a:rPr lang="en-US" dirty="0"/>
              <a:t>W E L C O M E  TO </a:t>
            </a:r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10"/>
          </p:nvPr>
        </p:nvSpPr>
        <p:spPr>
          <a:xfrm>
            <a:off x="457200" y="6324602"/>
            <a:ext cx="2133600" cy="365125"/>
          </a:xfrm>
        </p:spPr>
        <p:txBody>
          <a:bodyPr/>
          <a:lstStyle/>
          <a:p>
            <a:fld id="{11188646-8CEC-4AE4-B1E7-ADF9D885FD96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6ECF81E8-6DE5-4C92-89BE-5D6CD56A8BF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5" name="Freeform 9"/>
          <p:cNvSpPr>
            <a:spLocks/>
          </p:cNvSpPr>
          <p:nvPr userDrawn="1"/>
        </p:nvSpPr>
        <p:spPr bwMode="auto">
          <a:xfrm flipV="1">
            <a:off x="-25400" y="4889500"/>
            <a:ext cx="8839200" cy="3276600"/>
          </a:xfrm>
          <a:custGeom>
            <a:avLst/>
            <a:gdLst/>
            <a:ahLst/>
            <a:cxnLst>
              <a:cxn ang="0">
                <a:pos x="0" y="2527"/>
              </a:cxn>
              <a:cxn ang="0">
                <a:pos x="6913" y="3360"/>
              </a:cxn>
              <a:cxn ang="0">
                <a:pos x="0" y="2144"/>
              </a:cxn>
              <a:cxn ang="0">
                <a:pos x="0" y="2527"/>
              </a:cxn>
            </a:cxnLst>
            <a:rect l="0" t="0" r="r" b="b"/>
            <a:pathLst>
              <a:path w="6913" h="3360">
                <a:moveTo>
                  <a:pt x="0" y="2527"/>
                </a:moveTo>
                <a:cubicBezTo>
                  <a:pt x="5458" y="360"/>
                  <a:pt x="6913" y="3360"/>
                  <a:pt x="6913" y="3360"/>
                </a:cubicBezTo>
                <a:cubicBezTo>
                  <a:pt x="6913" y="3360"/>
                  <a:pt x="5593" y="0"/>
                  <a:pt x="0" y="2144"/>
                </a:cubicBezTo>
                <a:cubicBezTo>
                  <a:pt x="0" y="2144"/>
                  <a:pt x="0" y="2197"/>
                  <a:pt x="0" y="2527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6" name="Freeform 8"/>
          <p:cNvSpPr>
            <a:spLocks/>
          </p:cNvSpPr>
          <p:nvPr userDrawn="1"/>
        </p:nvSpPr>
        <p:spPr bwMode="auto">
          <a:xfrm flipV="1">
            <a:off x="-25400" y="4786408"/>
            <a:ext cx="9144000" cy="3227294"/>
          </a:xfrm>
          <a:custGeom>
            <a:avLst/>
            <a:gdLst/>
            <a:ahLst/>
            <a:cxnLst>
              <a:cxn ang="0">
                <a:pos x="0" y="2527"/>
              </a:cxn>
              <a:cxn ang="0">
                <a:pos x="6913" y="3360"/>
              </a:cxn>
              <a:cxn ang="0">
                <a:pos x="0" y="2144"/>
              </a:cxn>
              <a:cxn ang="0">
                <a:pos x="0" y="2527"/>
              </a:cxn>
            </a:cxnLst>
            <a:rect l="0" t="0" r="r" b="b"/>
            <a:pathLst>
              <a:path w="6913" h="3360">
                <a:moveTo>
                  <a:pt x="0" y="2527"/>
                </a:moveTo>
                <a:cubicBezTo>
                  <a:pt x="5458" y="360"/>
                  <a:pt x="6913" y="3360"/>
                  <a:pt x="6913" y="3360"/>
                </a:cubicBezTo>
                <a:cubicBezTo>
                  <a:pt x="6913" y="3360"/>
                  <a:pt x="5593" y="0"/>
                  <a:pt x="0" y="2144"/>
                </a:cubicBezTo>
                <a:cubicBezTo>
                  <a:pt x="0" y="2144"/>
                  <a:pt x="0" y="2197"/>
                  <a:pt x="0" y="2527"/>
                </a:cubicBez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8646-8CEC-4AE4-B1E7-ADF9D885FD96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F81E8-6DE5-4C92-89BE-5D6CD56A8BF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-10275" y="4572002"/>
            <a:ext cx="9154275" cy="2310441"/>
          </a:xfrm>
          <a:custGeom>
            <a:avLst/>
            <a:gdLst>
              <a:gd name="connsiteX0" fmla="*/ 0 w 9154274"/>
              <a:gd name="connsiteY0" fmla="*/ 1202077 h 2476072"/>
              <a:gd name="connsiteX1" fmla="*/ 3996647 w 9154274"/>
              <a:gd name="connsiteY1" fmla="*/ 1890445 h 2476072"/>
              <a:gd name="connsiteX2" fmla="*/ 6832314 w 9154274"/>
              <a:gd name="connsiteY2" fmla="*/ 1510301 h 2476072"/>
              <a:gd name="connsiteX3" fmla="*/ 9154274 w 9154274"/>
              <a:gd name="connsiteY3" fmla="*/ 0 h 2476072"/>
              <a:gd name="connsiteX4" fmla="*/ 9154274 w 9154274"/>
              <a:gd name="connsiteY4" fmla="*/ 2476072 h 2476072"/>
              <a:gd name="connsiteX5" fmla="*/ 0 w 9154274"/>
              <a:gd name="connsiteY5" fmla="*/ 2455524 h 2476072"/>
              <a:gd name="connsiteX6" fmla="*/ 0 w 9154274"/>
              <a:gd name="connsiteY6" fmla="*/ 1202077 h 2476072"/>
              <a:gd name="connsiteX0" fmla="*/ 0 w 9154274"/>
              <a:gd name="connsiteY0" fmla="*/ 1202077 h 2476072"/>
              <a:gd name="connsiteX1" fmla="*/ 3996647 w 9154274"/>
              <a:gd name="connsiteY1" fmla="*/ 1890445 h 2476072"/>
              <a:gd name="connsiteX2" fmla="*/ 6832314 w 9154274"/>
              <a:gd name="connsiteY2" fmla="*/ 1510301 h 2476072"/>
              <a:gd name="connsiteX3" fmla="*/ 9154274 w 9154274"/>
              <a:gd name="connsiteY3" fmla="*/ 0 h 2476072"/>
              <a:gd name="connsiteX4" fmla="*/ 9154274 w 9154274"/>
              <a:gd name="connsiteY4" fmla="*/ 2476072 h 2476072"/>
              <a:gd name="connsiteX5" fmla="*/ 0 w 9154274"/>
              <a:gd name="connsiteY5" fmla="*/ 2455524 h 2476072"/>
              <a:gd name="connsiteX6" fmla="*/ 0 w 9154274"/>
              <a:gd name="connsiteY6" fmla="*/ 1202077 h 2476072"/>
              <a:gd name="connsiteX0" fmla="*/ 0 w 9154274"/>
              <a:gd name="connsiteY0" fmla="*/ 1202077 h 2476072"/>
              <a:gd name="connsiteX1" fmla="*/ 3996647 w 9154274"/>
              <a:gd name="connsiteY1" fmla="*/ 1890445 h 2476072"/>
              <a:gd name="connsiteX2" fmla="*/ 6832314 w 9154274"/>
              <a:gd name="connsiteY2" fmla="*/ 1510301 h 2476072"/>
              <a:gd name="connsiteX3" fmla="*/ 9154274 w 9154274"/>
              <a:gd name="connsiteY3" fmla="*/ 0 h 2476072"/>
              <a:gd name="connsiteX4" fmla="*/ 9154274 w 9154274"/>
              <a:gd name="connsiteY4" fmla="*/ 2476072 h 2476072"/>
              <a:gd name="connsiteX5" fmla="*/ 0 w 9154274"/>
              <a:gd name="connsiteY5" fmla="*/ 2455524 h 2476072"/>
              <a:gd name="connsiteX6" fmla="*/ 0 w 9154274"/>
              <a:gd name="connsiteY6" fmla="*/ 1202077 h 2476072"/>
              <a:gd name="connsiteX0" fmla="*/ 0 w 9154274"/>
              <a:gd name="connsiteY0" fmla="*/ 1202077 h 2476072"/>
              <a:gd name="connsiteX1" fmla="*/ 3996647 w 9154274"/>
              <a:gd name="connsiteY1" fmla="*/ 1890445 h 2476072"/>
              <a:gd name="connsiteX2" fmla="*/ 6832314 w 9154274"/>
              <a:gd name="connsiteY2" fmla="*/ 1510301 h 2476072"/>
              <a:gd name="connsiteX3" fmla="*/ 9154274 w 9154274"/>
              <a:gd name="connsiteY3" fmla="*/ 0 h 2476072"/>
              <a:gd name="connsiteX4" fmla="*/ 9154274 w 9154274"/>
              <a:gd name="connsiteY4" fmla="*/ 2476072 h 2476072"/>
              <a:gd name="connsiteX5" fmla="*/ 0 w 9154274"/>
              <a:gd name="connsiteY5" fmla="*/ 2455524 h 2476072"/>
              <a:gd name="connsiteX6" fmla="*/ 0 w 9154274"/>
              <a:gd name="connsiteY6" fmla="*/ 1202077 h 2476072"/>
              <a:gd name="connsiteX0" fmla="*/ 0 w 9154274"/>
              <a:gd name="connsiteY0" fmla="*/ 1202077 h 2476072"/>
              <a:gd name="connsiteX1" fmla="*/ 3996647 w 9154274"/>
              <a:gd name="connsiteY1" fmla="*/ 1890445 h 2476072"/>
              <a:gd name="connsiteX2" fmla="*/ 9154274 w 9154274"/>
              <a:gd name="connsiteY2" fmla="*/ 0 h 2476072"/>
              <a:gd name="connsiteX3" fmla="*/ 9154274 w 9154274"/>
              <a:gd name="connsiteY3" fmla="*/ 2476072 h 2476072"/>
              <a:gd name="connsiteX4" fmla="*/ 0 w 9154274"/>
              <a:gd name="connsiteY4" fmla="*/ 2455524 h 2476072"/>
              <a:gd name="connsiteX5" fmla="*/ 0 w 9154274"/>
              <a:gd name="connsiteY5" fmla="*/ 1202077 h 2476072"/>
              <a:gd name="connsiteX0" fmla="*/ 0 w 9154274"/>
              <a:gd name="connsiteY0" fmla="*/ 1202077 h 2476072"/>
              <a:gd name="connsiteX1" fmla="*/ 3996647 w 9154274"/>
              <a:gd name="connsiteY1" fmla="*/ 1890445 h 2476072"/>
              <a:gd name="connsiteX2" fmla="*/ 9154274 w 9154274"/>
              <a:gd name="connsiteY2" fmla="*/ 0 h 2476072"/>
              <a:gd name="connsiteX3" fmla="*/ 9154274 w 9154274"/>
              <a:gd name="connsiteY3" fmla="*/ 2476072 h 2476072"/>
              <a:gd name="connsiteX4" fmla="*/ 0 w 9154274"/>
              <a:gd name="connsiteY4" fmla="*/ 2455524 h 2476072"/>
              <a:gd name="connsiteX5" fmla="*/ 0 w 9154274"/>
              <a:gd name="connsiteY5" fmla="*/ 1202077 h 2476072"/>
              <a:gd name="connsiteX0" fmla="*/ 0 w 9154274"/>
              <a:gd name="connsiteY0" fmla="*/ 1202077 h 2476072"/>
              <a:gd name="connsiteX1" fmla="*/ 3996647 w 9154274"/>
              <a:gd name="connsiteY1" fmla="*/ 1890445 h 2476072"/>
              <a:gd name="connsiteX2" fmla="*/ 9154274 w 9154274"/>
              <a:gd name="connsiteY2" fmla="*/ 0 h 2476072"/>
              <a:gd name="connsiteX3" fmla="*/ 9154274 w 9154274"/>
              <a:gd name="connsiteY3" fmla="*/ 2476072 h 2476072"/>
              <a:gd name="connsiteX4" fmla="*/ 0 w 9154274"/>
              <a:gd name="connsiteY4" fmla="*/ 2455524 h 2476072"/>
              <a:gd name="connsiteX5" fmla="*/ 0 w 9154274"/>
              <a:gd name="connsiteY5" fmla="*/ 1202077 h 2476072"/>
              <a:gd name="connsiteX0" fmla="*/ 0 w 9154274"/>
              <a:gd name="connsiteY0" fmla="*/ 1202077 h 2476072"/>
              <a:gd name="connsiteX1" fmla="*/ 3996647 w 9154274"/>
              <a:gd name="connsiteY1" fmla="*/ 1890445 h 2476072"/>
              <a:gd name="connsiteX2" fmla="*/ 9154274 w 9154274"/>
              <a:gd name="connsiteY2" fmla="*/ 0 h 2476072"/>
              <a:gd name="connsiteX3" fmla="*/ 9154274 w 9154274"/>
              <a:gd name="connsiteY3" fmla="*/ 2476072 h 2476072"/>
              <a:gd name="connsiteX4" fmla="*/ 0 w 9154274"/>
              <a:gd name="connsiteY4" fmla="*/ 2455524 h 2476072"/>
              <a:gd name="connsiteX5" fmla="*/ 0 w 9154274"/>
              <a:gd name="connsiteY5" fmla="*/ 1202077 h 2476072"/>
              <a:gd name="connsiteX0" fmla="*/ 0 w 9154274"/>
              <a:gd name="connsiteY0" fmla="*/ 1202077 h 2476072"/>
              <a:gd name="connsiteX1" fmla="*/ 3996647 w 9154274"/>
              <a:gd name="connsiteY1" fmla="*/ 1890445 h 2476072"/>
              <a:gd name="connsiteX2" fmla="*/ 9154274 w 9154274"/>
              <a:gd name="connsiteY2" fmla="*/ 0 h 2476072"/>
              <a:gd name="connsiteX3" fmla="*/ 9154274 w 9154274"/>
              <a:gd name="connsiteY3" fmla="*/ 2476072 h 2476072"/>
              <a:gd name="connsiteX4" fmla="*/ 0 w 9154274"/>
              <a:gd name="connsiteY4" fmla="*/ 2455524 h 2476072"/>
              <a:gd name="connsiteX5" fmla="*/ 0 w 9154274"/>
              <a:gd name="connsiteY5" fmla="*/ 1202077 h 2476072"/>
              <a:gd name="connsiteX0" fmla="*/ 0 w 9154274"/>
              <a:gd name="connsiteY0" fmla="*/ 1202077 h 2476072"/>
              <a:gd name="connsiteX1" fmla="*/ 3996647 w 9154274"/>
              <a:gd name="connsiteY1" fmla="*/ 1890445 h 2476072"/>
              <a:gd name="connsiteX2" fmla="*/ 9154274 w 9154274"/>
              <a:gd name="connsiteY2" fmla="*/ 0 h 2476072"/>
              <a:gd name="connsiteX3" fmla="*/ 9154274 w 9154274"/>
              <a:gd name="connsiteY3" fmla="*/ 2476072 h 2476072"/>
              <a:gd name="connsiteX4" fmla="*/ 0 w 9154274"/>
              <a:gd name="connsiteY4" fmla="*/ 2455524 h 2476072"/>
              <a:gd name="connsiteX5" fmla="*/ 0 w 9154274"/>
              <a:gd name="connsiteY5" fmla="*/ 1202077 h 2476072"/>
              <a:gd name="connsiteX0" fmla="*/ 12324 w 9166598"/>
              <a:gd name="connsiteY0" fmla="*/ 1202077 h 3995891"/>
              <a:gd name="connsiteX1" fmla="*/ 4008971 w 9166598"/>
              <a:gd name="connsiteY1" fmla="*/ 1890445 h 3995891"/>
              <a:gd name="connsiteX2" fmla="*/ 9166598 w 9166598"/>
              <a:gd name="connsiteY2" fmla="*/ 0 h 3995891"/>
              <a:gd name="connsiteX3" fmla="*/ 9166598 w 9166598"/>
              <a:gd name="connsiteY3" fmla="*/ 2476072 h 3995891"/>
              <a:gd name="connsiteX4" fmla="*/ 12324 w 9166598"/>
              <a:gd name="connsiteY4" fmla="*/ 2455524 h 3995891"/>
              <a:gd name="connsiteX5" fmla="*/ 12324 w 9166598"/>
              <a:gd name="connsiteY5" fmla="*/ 1202077 h 3995891"/>
              <a:gd name="connsiteX0" fmla="*/ 12324 w 9166598"/>
              <a:gd name="connsiteY0" fmla="*/ 1202077 h 3995891"/>
              <a:gd name="connsiteX1" fmla="*/ 4008971 w 9166598"/>
              <a:gd name="connsiteY1" fmla="*/ 1890445 h 3995891"/>
              <a:gd name="connsiteX2" fmla="*/ 9166598 w 9166598"/>
              <a:gd name="connsiteY2" fmla="*/ 0 h 3995891"/>
              <a:gd name="connsiteX3" fmla="*/ 9166598 w 9166598"/>
              <a:gd name="connsiteY3" fmla="*/ 2476072 h 3995891"/>
              <a:gd name="connsiteX4" fmla="*/ 12324 w 9166598"/>
              <a:gd name="connsiteY4" fmla="*/ 2455524 h 3995891"/>
              <a:gd name="connsiteX5" fmla="*/ 12324 w 9166598"/>
              <a:gd name="connsiteY5" fmla="*/ 1202077 h 3995891"/>
              <a:gd name="connsiteX0" fmla="*/ 12324 w 9166598"/>
              <a:gd name="connsiteY0" fmla="*/ 1202077 h 3995891"/>
              <a:gd name="connsiteX1" fmla="*/ 4008971 w 9166598"/>
              <a:gd name="connsiteY1" fmla="*/ 1890445 h 3995891"/>
              <a:gd name="connsiteX2" fmla="*/ 9166598 w 9166598"/>
              <a:gd name="connsiteY2" fmla="*/ 0 h 3995891"/>
              <a:gd name="connsiteX3" fmla="*/ 9166598 w 9166598"/>
              <a:gd name="connsiteY3" fmla="*/ 2476072 h 3995891"/>
              <a:gd name="connsiteX4" fmla="*/ 12324 w 9166598"/>
              <a:gd name="connsiteY4" fmla="*/ 2455524 h 3995891"/>
              <a:gd name="connsiteX5" fmla="*/ 12324 w 9166598"/>
              <a:gd name="connsiteY5" fmla="*/ 1202077 h 3995891"/>
              <a:gd name="connsiteX0" fmla="*/ 0 w 9154274"/>
              <a:gd name="connsiteY0" fmla="*/ 1202077 h 3049861"/>
              <a:gd name="connsiteX1" fmla="*/ 3996647 w 9154274"/>
              <a:gd name="connsiteY1" fmla="*/ 1890445 h 3049861"/>
              <a:gd name="connsiteX2" fmla="*/ 9154274 w 9154274"/>
              <a:gd name="connsiteY2" fmla="*/ 0 h 3049861"/>
              <a:gd name="connsiteX3" fmla="*/ 9154274 w 9154274"/>
              <a:gd name="connsiteY3" fmla="*/ 2476072 h 3049861"/>
              <a:gd name="connsiteX4" fmla="*/ 0 w 9154274"/>
              <a:gd name="connsiteY4" fmla="*/ 2455524 h 3049861"/>
              <a:gd name="connsiteX5" fmla="*/ 0 w 9154274"/>
              <a:gd name="connsiteY5" fmla="*/ 1202077 h 3049861"/>
              <a:gd name="connsiteX0" fmla="*/ 0 w 9154274"/>
              <a:gd name="connsiteY0" fmla="*/ 1202077 h 3049861"/>
              <a:gd name="connsiteX1" fmla="*/ 3996647 w 9154274"/>
              <a:gd name="connsiteY1" fmla="*/ 1890445 h 3049861"/>
              <a:gd name="connsiteX2" fmla="*/ 9154274 w 9154274"/>
              <a:gd name="connsiteY2" fmla="*/ 0 h 3049861"/>
              <a:gd name="connsiteX3" fmla="*/ 9154274 w 9154274"/>
              <a:gd name="connsiteY3" fmla="*/ 2476072 h 3049861"/>
              <a:gd name="connsiteX4" fmla="*/ 0 w 9154274"/>
              <a:gd name="connsiteY4" fmla="*/ 2455524 h 3049861"/>
              <a:gd name="connsiteX5" fmla="*/ 0 w 9154274"/>
              <a:gd name="connsiteY5" fmla="*/ 1202077 h 3049861"/>
              <a:gd name="connsiteX0" fmla="*/ 0 w 9154274"/>
              <a:gd name="connsiteY0" fmla="*/ 1202077 h 2885326"/>
              <a:gd name="connsiteX1" fmla="*/ 3996647 w 9154274"/>
              <a:gd name="connsiteY1" fmla="*/ 1890445 h 2885326"/>
              <a:gd name="connsiteX2" fmla="*/ 9154274 w 9154274"/>
              <a:gd name="connsiteY2" fmla="*/ 0 h 2885326"/>
              <a:gd name="connsiteX3" fmla="*/ 9154274 w 9154274"/>
              <a:gd name="connsiteY3" fmla="*/ 2476072 h 2885326"/>
              <a:gd name="connsiteX4" fmla="*/ 0 w 9154274"/>
              <a:gd name="connsiteY4" fmla="*/ 2455524 h 2885326"/>
              <a:gd name="connsiteX5" fmla="*/ 0 w 9154274"/>
              <a:gd name="connsiteY5" fmla="*/ 1202077 h 2885326"/>
              <a:gd name="connsiteX0" fmla="*/ 0 w 9154274"/>
              <a:gd name="connsiteY0" fmla="*/ 1202077 h 2476072"/>
              <a:gd name="connsiteX1" fmla="*/ 3996647 w 9154274"/>
              <a:gd name="connsiteY1" fmla="*/ 1890445 h 2476072"/>
              <a:gd name="connsiteX2" fmla="*/ 9154274 w 9154274"/>
              <a:gd name="connsiteY2" fmla="*/ 0 h 2476072"/>
              <a:gd name="connsiteX3" fmla="*/ 9154274 w 9154274"/>
              <a:gd name="connsiteY3" fmla="*/ 2476072 h 2476072"/>
              <a:gd name="connsiteX4" fmla="*/ 0 w 9154274"/>
              <a:gd name="connsiteY4" fmla="*/ 2455524 h 2476072"/>
              <a:gd name="connsiteX5" fmla="*/ 0 w 9154274"/>
              <a:gd name="connsiteY5" fmla="*/ 1202077 h 2476072"/>
              <a:gd name="connsiteX0" fmla="*/ 0 w 9154274"/>
              <a:gd name="connsiteY0" fmla="*/ 1202077 h 2476072"/>
              <a:gd name="connsiteX1" fmla="*/ 3996647 w 9154274"/>
              <a:gd name="connsiteY1" fmla="*/ 1890445 h 2476072"/>
              <a:gd name="connsiteX2" fmla="*/ 9154274 w 9154274"/>
              <a:gd name="connsiteY2" fmla="*/ 0 h 2476072"/>
              <a:gd name="connsiteX3" fmla="*/ 9154274 w 9154274"/>
              <a:gd name="connsiteY3" fmla="*/ 2476072 h 2476072"/>
              <a:gd name="connsiteX4" fmla="*/ 0 w 9154274"/>
              <a:gd name="connsiteY4" fmla="*/ 2455524 h 2476072"/>
              <a:gd name="connsiteX5" fmla="*/ 0 w 9154274"/>
              <a:gd name="connsiteY5" fmla="*/ 1202077 h 24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54274" h="2476072">
                <a:moveTo>
                  <a:pt x="0" y="1202077"/>
                </a:moveTo>
                <a:cubicBezTo>
                  <a:pt x="875016" y="1451225"/>
                  <a:pt x="2273156" y="1880171"/>
                  <a:pt x="3996647" y="1890445"/>
                </a:cubicBezTo>
                <a:cubicBezTo>
                  <a:pt x="7798941" y="1960652"/>
                  <a:pt x="8793822" y="505146"/>
                  <a:pt x="9154274" y="0"/>
                </a:cubicBezTo>
                <a:lnTo>
                  <a:pt x="9154274" y="2476072"/>
                </a:lnTo>
                <a:lnTo>
                  <a:pt x="0" y="2455524"/>
                </a:lnTo>
                <a:cubicBezTo>
                  <a:pt x="3425" y="2027434"/>
                  <a:pt x="6849" y="1599344"/>
                  <a:pt x="0" y="1202077"/>
                </a:cubicBez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 8"/>
          <p:cNvSpPr>
            <a:spLocks/>
          </p:cNvSpPr>
          <p:nvPr userDrawn="1"/>
        </p:nvSpPr>
        <p:spPr bwMode="auto">
          <a:xfrm flipV="1">
            <a:off x="0" y="4114800"/>
            <a:ext cx="8991600" cy="3810000"/>
          </a:xfrm>
          <a:custGeom>
            <a:avLst/>
            <a:gdLst/>
            <a:ahLst/>
            <a:cxnLst>
              <a:cxn ang="0">
                <a:pos x="0" y="2527"/>
              </a:cxn>
              <a:cxn ang="0">
                <a:pos x="6913" y="3360"/>
              </a:cxn>
              <a:cxn ang="0">
                <a:pos x="0" y="2144"/>
              </a:cxn>
              <a:cxn ang="0">
                <a:pos x="0" y="2527"/>
              </a:cxn>
            </a:cxnLst>
            <a:rect l="0" t="0" r="r" b="b"/>
            <a:pathLst>
              <a:path w="6913" h="3360">
                <a:moveTo>
                  <a:pt x="0" y="2527"/>
                </a:moveTo>
                <a:cubicBezTo>
                  <a:pt x="5458" y="360"/>
                  <a:pt x="6913" y="3360"/>
                  <a:pt x="6913" y="3360"/>
                </a:cubicBezTo>
                <a:cubicBezTo>
                  <a:pt x="6913" y="3360"/>
                  <a:pt x="5593" y="0"/>
                  <a:pt x="0" y="2144"/>
                </a:cubicBezTo>
                <a:cubicBezTo>
                  <a:pt x="0" y="2144"/>
                  <a:pt x="0" y="2197"/>
                  <a:pt x="0" y="2527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" name="Freeform 9"/>
          <p:cNvSpPr>
            <a:spLocks/>
          </p:cNvSpPr>
          <p:nvPr userDrawn="1"/>
        </p:nvSpPr>
        <p:spPr bwMode="auto">
          <a:xfrm flipV="1">
            <a:off x="0" y="4571999"/>
            <a:ext cx="9144000" cy="3251199"/>
          </a:xfrm>
          <a:custGeom>
            <a:avLst/>
            <a:gdLst/>
            <a:ahLst/>
            <a:cxnLst>
              <a:cxn ang="0">
                <a:pos x="0" y="2527"/>
              </a:cxn>
              <a:cxn ang="0">
                <a:pos x="6913" y="3360"/>
              </a:cxn>
              <a:cxn ang="0">
                <a:pos x="0" y="2144"/>
              </a:cxn>
              <a:cxn ang="0">
                <a:pos x="0" y="2527"/>
              </a:cxn>
            </a:cxnLst>
            <a:rect l="0" t="0" r="r" b="b"/>
            <a:pathLst>
              <a:path w="6913" h="3360">
                <a:moveTo>
                  <a:pt x="0" y="2527"/>
                </a:moveTo>
                <a:cubicBezTo>
                  <a:pt x="5458" y="360"/>
                  <a:pt x="6913" y="3360"/>
                  <a:pt x="6913" y="3360"/>
                </a:cubicBezTo>
                <a:cubicBezTo>
                  <a:pt x="6913" y="3360"/>
                  <a:pt x="5593" y="0"/>
                  <a:pt x="0" y="2144"/>
                </a:cubicBezTo>
                <a:cubicBezTo>
                  <a:pt x="0" y="2144"/>
                  <a:pt x="0" y="2197"/>
                  <a:pt x="0" y="2527"/>
                </a:cubicBez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8646-8CEC-4AE4-B1E7-ADF9D885FD96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F81E8-6DE5-4C92-89BE-5D6CD56A8BF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8646-8CEC-4AE4-B1E7-ADF9D885FD96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F81E8-6DE5-4C92-89BE-5D6CD56A8BF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8646-8CEC-4AE4-B1E7-ADF9D885FD96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F81E8-6DE5-4C92-89BE-5D6CD56A8BF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8646-8CEC-4AE4-B1E7-ADF9D885FD96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F81E8-6DE5-4C92-89BE-5D6CD56A8BF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8646-8CEC-4AE4-B1E7-ADF9D885FD96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F81E8-6DE5-4C92-89BE-5D6CD56A8BF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8646-8CEC-4AE4-B1E7-ADF9D885FD96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F81E8-6DE5-4C92-89BE-5D6CD56A8BF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8646-8CEC-4AE4-B1E7-ADF9D885FD96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F81E8-6DE5-4C92-89BE-5D6CD56A8BF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8646-8CEC-4AE4-B1E7-ADF9D885FD96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F81E8-6DE5-4C92-89BE-5D6CD56A8BF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8646-8CEC-4AE4-B1E7-ADF9D885FD96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F81E8-6DE5-4C92-89BE-5D6CD56A8BF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9F56-A0F9-4E5A-8CAB-8264A5364DB7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6833-2D4B-48E7-BA64-319891C1BD8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9F56-A0F9-4E5A-8CAB-8264A5364DB7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6833-2D4B-48E7-BA64-319891C1BD8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9F56-A0F9-4E5A-8CAB-8264A5364DB7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6833-2D4B-48E7-BA64-319891C1BD8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9F56-A0F9-4E5A-8CAB-8264A5364DB7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6833-2D4B-48E7-BA64-319891C1BD8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9F56-A0F9-4E5A-8CAB-8264A5364DB7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6833-2D4B-48E7-BA64-319891C1BD8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9F56-A0F9-4E5A-8CAB-8264A5364DB7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6833-2D4B-48E7-BA64-319891C1BD8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9F56-A0F9-4E5A-8CAB-8264A5364DB7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6833-2D4B-48E7-BA64-319891C1BD8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9F56-A0F9-4E5A-8CAB-8264A5364DB7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6833-2D4B-48E7-BA64-319891C1BD8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9F56-A0F9-4E5A-8CAB-8264A5364DB7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6833-2D4B-48E7-BA64-319891C1BD8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9F56-A0F9-4E5A-8CAB-8264A5364DB7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6833-2D4B-48E7-BA64-319891C1BD8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9F56-A0F9-4E5A-8CAB-8264A5364DB7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6833-2D4B-48E7-BA64-319891C1BD8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F2618-C234-4528-BB60-72360CB0937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69FB6-8607-469E-84BB-4E9214D062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F2618-C234-4528-BB60-72360CB0937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69FB6-8607-469E-84BB-4E9214D062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F2618-C234-4528-BB60-72360CB0937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69FB6-8607-469E-84BB-4E9214D062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F2618-C234-4528-BB60-72360CB0937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69FB6-8607-469E-84BB-4E9214D062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F2618-C234-4528-BB60-72360CB0937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69FB6-8607-469E-84BB-4E9214D062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F2618-C234-4528-BB60-72360CB0937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69FB6-8607-469E-84BB-4E9214D062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F2618-C234-4528-BB60-72360CB0937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69FB6-8607-469E-84BB-4E9214D062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F2618-C234-4528-BB60-72360CB0937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69FB6-8607-469E-84BB-4E9214D062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F2618-C234-4528-BB60-72360CB0937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69FB6-8607-469E-84BB-4E9214D062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F2618-C234-4528-BB60-72360CB0937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69FB6-8607-469E-84BB-4E9214D062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F2618-C234-4528-BB60-72360CB0937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69FB6-8607-469E-84BB-4E9214D062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88646-8CEC-4AE4-B1E7-ADF9D885FD96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CF81E8-6DE5-4C92-89BE-5D6CD56A8BF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3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accent5">
              <a:lumMod val="7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accent5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accent5">
              <a:lumMod val="7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accent5">
              <a:lumMod val="7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accent5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A9F56-A0F9-4E5A-8CAB-8264A5364DB7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A6833-2D4B-48E7-BA64-319891C1BD8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F2618-C234-4528-BB60-72360CB0937F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69FB6-8607-469E-84BB-4E9214D062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2743202"/>
            <a:ext cx="9144000" cy="646331"/>
          </a:xfrm>
        </p:spPr>
        <p:txBody>
          <a:bodyPr>
            <a:noAutofit/>
          </a:bodyPr>
          <a:lstStyle/>
          <a:p>
            <a:r>
              <a:rPr lang="en-IN" sz="5400" b="1" dirty="0">
                <a:effectLst>
                  <a:outerShdw blurRad="50800" dist="152400" dir="20340000" algn="ctr" rotWithShape="0">
                    <a:srgbClr val="000000">
                      <a:alpha val="50000"/>
                    </a:srgbClr>
                  </a:outerShdw>
                  <a:reflection endPos="0" dir="5400000" sy="-100000" algn="bl" rotWithShape="0"/>
                </a:effectLst>
                <a:latin typeface="+mj-lt"/>
              </a:rPr>
              <a:t>Deductive Logical Reasoning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41476" y="6248400"/>
            <a:ext cx="90252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10">
        <p14:gallery dir="l"/>
      </p:transition>
    </mc:Choice>
    <mc:Fallback xmlns="">
      <p:transition spd="slow" advTm="401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41476" y="6248400"/>
            <a:ext cx="90252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7" name="object 16"/>
          <p:cNvGrpSpPr/>
          <p:nvPr/>
        </p:nvGrpSpPr>
        <p:grpSpPr>
          <a:xfrm>
            <a:off x="914400" y="475438"/>
            <a:ext cx="6925877" cy="3925569"/>
            <a:chOff x="954330" y="1300049"/>
            <a:chExt cx="6401561" cy="5879276"/>
          </a:xfrm>
        </p:grpSpPr>
        <p:sp>
          <p:nvSpPr>
            <p:cNvPr id="18" name="object 17"/>
            <p:cNvSpPr/>
            <p:nvPr/>
          </p:nvSpPr>
          <p:spPr>
            <a:xfrm>
              <a:off x="2026972" y="1300049"/>
              <a:ext cx="4193540" cy="41935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8"/>
            <p:cNvSpPr/>
            <p:nvPr/>
          </p:nvSpPr>
          <p:spPr>
            <a:xfrm>
              <a:off x="954330" y="6001345"/>
              <a:ext cx="1135380" cy="113537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9"/>
            <p:cNvSpPr/>
            <p:nvPr/>
          </p:nvSpPr>
          <p:spPr>
            <a:xfrm>
              <a:off x="2801389" y="6035673"/>
              <a:ext cx="1135380" cy="113538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0"/>
            <p:cNvSpPr/>
            <p:nvPr/>
          </p:nvSpPr>
          <p:spPr>
            <a:xfrm>
              <a:off x="4546330" y="6000174"/>
              <a:ext cx="1135380" cy="113538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1"/>
            <p:cNvSpPr/>
            <p:nvPr/>
          </p:nvSpPr>
          <p:spPr>
            <a:xfrm>
              <a:off x="6220512" y="6043944"/>
              <a:ext cx="1135379" cy="113538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450742" y="385589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8404" y="383296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83218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4571" y="3837296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09600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Q. 1</a:t>
            </a:r>
          </a:p>
        </p:txBody>
      </p:sp>
    </p:spTree>
    <p:extLst>
      <p:ext uri="{BB962C8B-B14F-4D97-AF65-F5344CB8AC3E}">
        <p14:creationId xmlns:p14="http://schemas.microsoft.com/office/powerpoint/2010/main" val="3919475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41476" y="6248400"/>
            <a:ext cx="90252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7" name="object 16"/>
          <p:cNvGrpSpPr/>
          <p:nvPr/>
        </p:nvGrpSpPr>
        <p:grpSpPr>
          <a:xfrm>
            <a:off x="900888" y="3625957"/>
            <a:ext cx="6991167" cy="781792"/>
            <a:chOff x="954330" y="6000174"/>
            <a:chExt cx="6461909" cy="1170880"/>
          </a:xfrm>
        </p:grpSpPr>
        <p:sp>
          <p:nvSpPr>
            <p:cNvPr id="19" name="object 18"/>
            <p:cNvSpPr/>
            <p:nvPr/>
          </p:nvSpPr>
          <p:spPr>
            <a:xfrm>
              <a:off x="954330" y="6001345"/>
              <a:ext cx="1135380" cy="113537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9"/>
            <p:cNvSpPr/>
            <p:nvPr/>
          </p:nvSpPr>
          <p:spPr>
            <a:xfrm>
              <a:off x="2801389" y="6035673"/>
              <a:ext cx="1135380" cy="113538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0"/>
            <p:cNvSpPr/>
            <p:nvPr/>
          </p:nvSpPr>
          <p:spPr>
            <a:xfrm>
              <a:off x="4546330" y="6000174"/>
              <a:ext cx="1135380" cy="113538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1"/>
            <p:cNvSpPr/>
            <p:nvPr/>
          </p:nvSpPr>
          <p:spPr>
            <a:xfrm>
              <a:off x="6280860" y="6000174"/>
              <a:ext cx="1135379" cy="11353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540327" y="383296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8404" y="383296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5660" y="383218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7858" y="3868872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09600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Q. 2</a:t>
            </a:r>
          </a:p>
        </p:txBody>
      </p:sp>
      <p:sp>
        <p:nvSpPr>
          <p:cNvPr id="29" name="object 10"/>
          <p:cNvSpPr/>
          <p:nvPr/>
        </p:nvSpPr>
        <p:spPr>
          <a:xfrm>
            <a:off x="2129260" y="457200"/>
            <a:ext cx="4322265" cy="276538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41476" y="6248400"/>
            <a:ext cx="90252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7" name="object 16"/>
          <p:cNvGrpSpPr/>
          <p:nvPr/>
        </p:nvGrpSpPr>
        <p:grpSpPr>
          <a:xfrm>
            <a:off x="900888" y="3625957"/>
            <a:ext cx="6991167" cy="781792"/>
            <a:chOff x="954330" y="6000174"/>
            <a:chExt cx="6461909" cy="1170880"/>
          </a:xfrm>
        </p:grpSpPr>
        <p:sp>
          <p:nvSpPr>
            <p:cNvPr id="19" name="object 18"/>
            <p:cNvSpPr/>
            <p:nvPr/>
          </p:nvSpPr>
          <p:spPr>
            <a:xfrm>
              <a:off x="954330" y="6001345"/>
              <a:ext cx="1135380" cy="113537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9"/>
            <p:cNvSpPr/>
            <p:nvPr/>
          </p:nvSpPr>
          <p:spPr>
            <a:xfrm>
              <a:off x="2801389" y="6035673"/>
              <a:ext cx="1135380" cy="113538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0"/>
            <p:cNvSpPr/>
            <p:nvPr/>
          </p:nvSpPr>
          <p:spPr>
            <a:xfrm>
              <a:off x="4546330" y="6000174"/>
              <a:ext cx="1135380" cy="113538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1"/>
            <p:cNvSpPr/>
            <p:nvPr/>
          </p:nvSpPr>
          <p:spPr>
            <a:xfrm>
              <a:off x="6280860" y="6000174"/>
              <a:ext cx="1135379" cy="11353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540327" y="383296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8404" y="383296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5660" y="383218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7858" y="3868872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09600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Q. 3</a:t>
            </a:r>
          </a:p>
        </p:txBody>
      </p:sp>
      <p:sp>
        <p:nvSpPr>
          <p:cNvPr id="14" name="object 15"/>
          <p:cNvSpPr/>
          <p:nvPr/>
        </p:nvSpPr>
        <p:spPr>
          <a:xfrm>
            <a:off x="2136187" y="304800"/>
            <a:ext cx="4193540" cy="28337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2080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41476" y="6248400"/>
            <a:ext cx="90252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7" name="object 16"/>
          <p:cNvGrpSpPr/>
          <p:nvPr/>
        </p:nvGrpSpPr>
        <p:grpSpPr>
          <a:xfrm>
            <a:off x="900888" y="3625957"/>
            <a:ext cx="6991167" cy="781792"/>
            <a:chOff x="954330" y="6000174"/>
            <a:chExt cx="6461909" cy="1170880"/>
          </a:xfrm>
        </p:grpSpPr>
        <p:sp>
          <p:nvSpPr>
            <p:cNvPr id="19" name="object 18"/>
            <p:cNvSpPr/>
            <p:nvPr/>
          </p:nvSpPr>
          <p:spPr>
            <a:xfrm>
              <a:off x="954330" y="6001345"/>
              <a:ext cx="1135380" cy="113537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9"/>
            <p:cNvSpPr/>
            <p:nvPr/>
          </p:nvSpPr>
          <p:spPr>
            <a:xfrm>
              <a:off x="2801389" y="6035673"/>
              <a:ext cx="1135380" cy="113538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0"/>
            <p:cNvSpPr/>
            <p:nvPr/>
          </p:nvSpPr>
          <p:spPr>
            <a:xfrm>
              <a:off x="4546330" y="6000174"/>
              <a:ext cx="1135380" cy="113538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1"/>
            <p:cNvSpPr/>
            <p:nvPr/>
          </p:nvSpPr>
          <p:spPr>
            <a:xfrm>
              <a:off x="6280860" y="6000174"/>
              <a:ext cx="1135379" cy="11353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540327" y="383296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8404" y="383296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5660" y="383218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7858" y="3868872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09600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Q. 4 </a:t>
            </a:r>
          </a:p>
        </p:txBody>
      </p:sp>
      <p:sp>
        <p:nvSpPr>
          <p:cNvPr id="13" name="object 10"/>
          <p:cNvSpPr/>
          <p:nvPr/>
        </p:nvSpPr>
        <p:spPr>
          <a:xfrm>
            <a:off x="2094318" y="381000"/>
            <a:ext cx="4193540" cy="2819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594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41476" y="6248400"/>
            <a:ext cx="90252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7" name="object 16"/>
          <p:cNvGrpSpPr/>
          <p:nvPr/>
        </p:nvGrpSpPr>
        <p:grpSpPr>
          <a:xfrm>
            <a:off x="900888" y="3625957"/>
            <a:ext cx="6991167" cy="781792"/>
            <a:chOff x="954330" y="6000174"/>
            <a:chExt cx="6461909" cy="1170880"/>
          </a:xfrm>
        </p:grpSpPr>
        <p:sp>
          <p:nvSpPr>
            <p:cNvPr id="19" name="object 18"/>
            <p:cNvSpPr/>
            <p:nvPr/>
          </p:nvSpPr>
          <p:spPr>
            <a:xfrm>
              <a:off x="954330" y="6001345"/>
              <a:ext cx="1135380" cy="113537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9"/>
            <p:cNvSpPr/>
            <p:nvPr/>
          </p:nvSpPr>
          <p:spPr>
            <a:xfrm>
              <a:off x="2801389" y="6035673"/>
              <a:ext cx="1135380" cy="113538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0"/>
            <p:cNvSpPr/>
            <p:nvPr/>
          </p:nvSpPr>
          <p:spPr>
            <a:xfrm>
              <a:off x="4546330" y="6000174"/>
              <a:ext cx="1135380" cy="113538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1"/>
            <p:cNvSpPr/>
            <p:nvPr/>
          </p:nvSpPr>
          <p:spPr>
            <a:xfrm>
              <a:off x="6280860" y="6000174"/>
              <a:ext cx="1135379" cy="11353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540327" y="383296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8404" y="383296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5660" y="383218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7858" y="3868872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09600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Q. 5</a:t>
            </a:r>
          </a:p>
        </p:txBody>
      </p:sp>
      <p:sp>
        <p:nvSpPr>
          <p:cNvPr id="13" name="object 15"/>
          <p:cNvSpPr/>
          <p:nvPr/>
        </p:nvSpPr>
        <p:spPr>
          <a:xfrm>
            <a:off x="2128954" y="381000"/>
            <a:ext cx="4193540" cy="2971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7563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41476" y="6248400"/>
            <a:ext cx="90252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7" name="object 16"/>
          <p:cNvGrpSpPr/>
          <p:nvPr/>
        </p:nvGrpSpPr>
        <p:grpSpPr>
          <a:xfrm>
            <a:off x="900888" y="3625957"/>
            <a:ext cx="6991167" cy="781792"/>
            <a:chOff x="954330" y="6000174"/>
            <a:chExt cx="6461909" cy="1170880"/>
          </a:xfrm>
        </p:grpSpPr>
        <p:sp>
          <p:nvSpPr>
            <p:cNvPr id="19" name="object 18"/>
            <p:cNvSpPr/>
            <p:nvPr/>
          </p:nvSpPr>
          <p:spPr>
            <a:xfrm>
              <a:off x="954330" y="6001345"/>
              <a:ext cx="1135380" cy="113537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9"/>
            <p:cNvSpPr/>
            <p:nvPr/>
          </p:nvSpPr>
          <p:spPr>
            <a:xfrm>
              <a:off x="2801389" y="6035673"/>
              <a:ext cx="1135380" cy="113538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0"/>
            <p:cNvSpPr/>
            <p:nvPr/>
          </p:nvSpPr>
          <p:spPr>
            <a:xfrm>
              <a:off x="4546330" y="6000174"/>
              <a:ext cx="1135380" cy="113538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1"/>
            <p:cNvSpPr/>
            <p:nvPr/>
          </p:nvSpPr>
          <p:spPr>
            <a:xfrm>
              <a:off x="6280860" y="6000174"/>
              <a:ext cx="1135379" cy="11353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540327" y="383296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8404" y="383296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5660" y="383218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7858" y="3868872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09600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Q. 6</a:t>
            </a:r>
          </a:p>
        </p:txBody>
      </p:sp>
      <p:sp>
        <p:nvSpPr>
          <p:cNvPr id="13" name="object 10"/>
          <p:cNvSpPr/>
          <p:nvPr/>
        </p:nvSpPr>
        <p:spPr>
          <a:xfrm>
            <a:off x="2163896" y="381000"/>
            <a:ext cx="4193540" cy="28956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1803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41476" y="6248400"/>
            <a:ext cx="90252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7" name="object 16"/>
          <p:cNvGrpSpPr/>
          <p:nvPr/>
        </p:nvGrpSpPr>
        <p:grpSpPr>
          <a:xfrm>
            <a:off x="900888" y="3625957"/>
            <a:ext cx="6991167" cy="781792"/>
            <a:chOff x="954330" y="6000174"/>
            <a:chExt cx="6461909" cy="1170880"/>
          </a:xfrm>
        </p:grpSpPr>
        <p:sp>
          <p:nvSpPr>
            <p:cNvPr id="19" name="object 18"/>
            <p:cNvSpPr/>
            <p:nvPr/>
          </p:nvSpPr>
          <p:spPr>
            <a:xfrm>
              <a:off x="954330" y="6001345"/>
              <a:ext cx="1135380" cy="113537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9"/>
            <p:cNvSpPr/>
            <p:nvPr/>
          </p:nvSpPr>
          <p:spPr>
            <a:xfrm>
              <a:off x="2801389" y="6035673"/>
              <a:ext cx="1135380" cy="113538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0"/>
            <p:cNvSpPr/>
            <p:nvPr/>
          </p:nvSpPr>
          <p:spPr>
            <a:xfrm>
              <a:off x="4546330" y="6000174"/>
              <a:ext cx="1135380" cy="113538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1"/>
            <p:cNvSpPr/>
            <p:nvPr/>
          </p:nvSpPr>
          <p:spPr>
            <a:xfrm>
              <a:off x="6280860" y="6000174"/>
              <a:ext cx="1135379" cy="11353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540327" y="383296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8404" y="383296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5660" y="383218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7858" y="3868872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09600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Q. 7 </a:t>
            </a:r>
          </a:p>
        </p:txBody>
      </p:sp>
      <p:sp>
        <p:nvSpPr>
          <p:cNvPr id="13" name="object 15"/>
          <p:cNvSpPr/>
          <p:nvPr/>
        </p:nvSpPr>
        <p:spPr>
          <a:xfrm>
            <a:off x="2204703" y="516624"/>
            <a:ext cx="4193540" cy="275997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462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2743202"/>
            <a:ext cx="9144000" cy="646331"/>
          </a:xfrm>
        </p:spPr>
        <p:txBody>
          <a:bodyPr>
            <a:noAutofit/>
          </a:bodyPr>
          <a:lstStyle/>
          <a:p>
            <a:r>
              <a:rPr lang="en-IN" sz="5400" b="1" dirty="0">
                <a:effectLst>
                  <a:outerShdw blurRad="50800" dist="152400" dir="20340000" algn="ctr" rotWithShape="0">
                    <a:srgbClr val="000000">
                      <a:alpha val="50000"/>
                    </a:srgbClr>
                  </a:outerShdw>
                  <a:reflection endPos="0" dir="5400000" sy="-100000" algn="bl" rotWithShape="0"/>
                </a:effectLst>
                <a:latin typeface="+mj-lt"/>
              </a:rPr>
              <a:t>Inductive Logical Reasoning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41476" y="6248400"/>
            <a:ext cx="90252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92380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10">
        <p14:gallery dir="l"/>
      </p:transition>
    </mc:Choice>
    <mc:Fallback xmlns="">
      <p:transition spd="slow" advTm="401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41475" y="6477000"/>
            <a:ext cx="9025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12" descr="C:\Users\lenovo 1\Desktop\Capgemini\Game Based Aptitude\Inductive Logical Reasoning\Quest &amp; Ans\inductive1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"/>
            <a:ext cx="9144000" cy="640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34636" y="5541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Q. 1</a:t>
            </a:r>
          </a:p>
        </p:txBody>
      </p:sp>
    </p:spTree>
    <p:extLst>
      <p:ext uri="{BB962C8B-B14F-4D97-AF65-F5344CB8AC3E}">
        <p14:creationId xmlns:p14="http://schemas.microsoft.com/office/powerpoint/2010/main" val="2617799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41475" y="6400800"/>
            <a:ext cx="902525" cy="477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 descr="C:\Users\lenovo 1\Desktop\Capgemini\Game Based Aptitude\Inductive Logical Reasoning\Quest &amp; Ans\inductive2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4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0" y="120134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Q. 2</a:t>
            </a:r>
          </a:p>
        </p:txBody>
      </p:sp>
    </p:spTree>
    <p:extLst>
      <p:ext uri="{BB962C8B-B14F-4D97-AF65-F5344CB8AC3E}">
        <p14:creationId xmlns:p14="http://schemas.microsoft.com/office/powerpoint/2010/main" val="190227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41475" y="6400800"/>
            <a:ext cx="902525" cy="477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5" descr="C:\Users\lenovo 1\Desktop\Capgemini\Game Based Aptitude\Inductive Logical Reasoning\Quest &amp; Ans\inductive3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4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17702" y="76200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Q. 3</a:t>
            </a:r>
          </a:p>
        </p:txBody>
      </p:sp>
    </p:spTree>
    <p:extLst>
      <p:ext uri="{BB962C8B-B14F-4D97-AF65-F5344CB8AC3E}">
        <p14:creationId xmlns:p14="http://schemas.microsoft.com/office/powerpoint/2010/main" val="2541434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41475" y="6477000"/>
            <a:ext cx="902525" cy="401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 descr="C:\Users\lenovo 1\Desktop\Capgemini\Game Based Aptitude\Inductive Logical Reasoning\Quest &amp; Ans\inductive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"/>
            <a:ext cx="9144000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66253" y="76200"/>
            <a:ext cx="609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Q.4</a:t>
            </a:r>
          </a:p>
        </p:txBody>
      </p:sp>
    </p:spTree>
    <p:extLst>
      <p:ext uri="{BB962C8B-B14F-4D97-AF65-F5344CB8AC3E}">
        <p14:creationId xmlns:p14="http://schemas.microsoft.com/office/powerpoint/2010/main" val="4082973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41475" y="6400800"/>
            <a:ext cx="902525" cy="477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 descr="C:\Users\lenovo 1\Desktop\Capgemini\Game Based Aptitude\Inductive Logical Reasoning\Quest &amp; Ans\inductive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"/>
            <a:ext cx="9144000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48553" y="101723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Q. 5</a:t>
            </a:r>
          </a:p>
        </p:txBody>
      </p:sp>
    </p:spTree>
    <p:extLst>
      <p:ext uri="{BB962C8B-B14F-4D97-AF65-F5344CB8AC3E}">
        <p14:creationId xmlns:p14="http://schemas.microsoft.com/office/powerpoint/2010/main" val="3338476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2743202"/>
            <a:ext cx="9144000" cy="646331"/>
          </a:xfrm>
        </p:spPr>
        <p:txBody>
          <a:bodyPr>
            <a:noAutofit/>
          </a:bodyPr>
          <a:lstStyle/>
          <a:p>
            <a:r>
              <a:rPr lang="en-IN" sz="5400" b="1" dirty="0">
                <a:effectLst>
                  <a:outerShdw blurRad="50800" dist="152400" dir="20340000" algn="ctr" rotWithShape="0">
                    <a:srgbClr val="000000">
                      <a:alpha val="50000"/>
                    </a:srgbClr>
                  </a:outerShdw>
                  <a:reflection endPos="0" dir="5400000" sy="-100000" algn="bl" rotWithShape="0"/>
                </a:effectLst>
                <a:latin typeface="+mj-lt"/>
              </a:rPr>
              <a:t>Thank You…!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41476" y="6248400"/>
            <a:ext cx="90252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23702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10">
        <p14:gallery dir="l"/>
      </p:transition>
    </mc:Choice>
    <mc:Fallback xmlns="">
      <p:transition spd="slow" advTm="4010">
        <p:fade/>
      </p:transition>
    </mc:Fallback>
  </mc:AlternateContent>
</p:sld>
</file>

<file path=ppt/theme/theme1.xml><?xml version="1.0" encoding="utf-8"?>
<a:theme xmlns:a="http://schemas.openxmlformats.org/drawingml/2006/main" name="TS010385268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5B852922-DE84-443C-ACF9-B65630A64AB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TS010385268</Template>
  <TotalTime>3440</TotalTime>
  <Words>73</Words>
  <Application>Microsoft Office PowerPoint</Application>
  <PresentationFormat>On-screen Show (4:3)</PresentationFormat>
  <Paragraphs>43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Bad</vt:lpstr>
      <vt:lpstr>Calibri</vt:lpstr>
      <vt:lpstr>TS010385268</vt:lpstr>
      <vt:lpstr>1_Custom Design</vt:lpstr>
      <vt:lpstr>Custom Design</vt:lpstr>
      <vt:lpstr>Deductive Logical Reasoning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Inductive Logical Reasoning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You…!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[Business Communication]</dc:title>
  <dc:creator>rahul</dc:creator>
  <cp:lastModifiedBy>Khemchandra Patil</cp:lastModifiedBy>
  <cp:revision>810</cp:revision>
  <dcterms:created xsi:type="dcterms:W3CDTF">2011-05-26T10:20:39Z</dcterms:created>
  <dcterms:modified xsi:type="dcterms:W3CDTF">2026-05-17T17:36:28Z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TC103852689990</vt:lpwstr>
  </property>
</Properties>
</file>